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Payload Encoder &amp; Obfuscation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Practical Study of Payload Encoding, Obfuscation and Signature-Based Detection</a:t>
            </a:r>
          </a:p>
          <a:p>
            <a:r>
              <a:t>Presented by: Sakshi Maruti Nalawade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t>• Study payload encoding and obfuscation</a:t>
            </a:r>
          </a:p>
          <a:p>
            <a:pPr marL="0" indent="0">
              <a:buNone/>
              <a:defRPr sz="2400"/>
            </a:pPr>
            <a:r>
              <a:t>• Demonstrate signature-based detection</a:t>
            </a:r>
          </a:p>
          <a:p>
            <a:pPr marL="0" indent="0">
              <a:buNone/>
              <a:defRPr sz="2400"/>
            </a:pPr>
            <a:r>
              <a:t>• Compare original vs transformed data</a:t>
            </a:r>
          </a:p>
          <a:p>
            <a:pPr marL="0" indent="0">
              <a:buNone/>
              <a:defRPr sz="2400"/>
            </a:pPr>
            <a:r>
              <a:t>• Safe lab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t>• Antivirus/EDR often use signatures</a:t>
            </a:r>
          </a:p>
          <a:p>
            <a:pPr marL="0" indent="0">
              <a:buNone/>
              <a:defRPr sz="2400"/>
            </a:pPr>
            <a:r>
              <a:t>• Exact patterns are easy to detect</a:t>
            </a:r>
          </a:p>
          <a:p>
            <a:pPr marL="0" indent="0">
              <a:buNone/>
              <a:defRPr sz="2400"/>
            </a:pPr>
            <a:r>
              <a:t>• Encoded/obfuscated data changes appearance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Base64, XOR, ROT13</a:t>
            </a:r>
          </a:p>
          <a:p>
            <a:pPr>
              <a:defRPr sz="2400"/>
            </a:pPr>
            <a:r>
              <a:t>• String obfuscation</a:t>
            </a:r>
          </a:p>
          <a:p>
            <a:pPr>
              <a:defRPr sz="2400"/>
            </a:pPr>
            <a:r>
              <a:t>• Simulated detection</a:t>
            </a:r>
          </a:p>
          <a:p>
            <a:pPr>
              <a:defRPr sz="2400"/>
            </a:pPr>
            <a:r>
              <a:t>•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Libraries: base64, random, itertools, argparse</a:t>
            </a:r>
          </a:p>
          <a:p>
            <a:pPr>
              <a:defRPr sz="2400"/>
            </a:pPr>
            <a:r>
              <a:t>Optional: YARA, strings</a:t>
            </a:r>
          </a:p>
          <a:p>
            <a:pPr>
              <a:defRPr sz="2400"/>
            </a:pPr>
            <a:r>
              <a:t>Docs: Word, Draw.io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7200" algn="ctr">
              <a:buNone/>
              <a:defRPr sz="2400"/>
            </a:pPr>
            <a:r>
              <a:t>Input Payload  </a:t>
            </a:r>
          </a:p>
          <a:p>
            <a:pPr marL="0" indent="0" algn="ctr">
              <a:buNone/>
              <a:defRPr sz="2400"/>
            </a:pPr>
            <a:r>
              <a:rPr lang="en-US"/>
              <a:t>      </a:t>
            </a:r>
            <a:endParaRPr lang="en-US"/>
          </a:p>
          <a:p>
            <a:pPr marL="0" indent="0" algn="ctr">
              <a:buNone/>
              <a:defRPr sz="2400"/>
            </a:pPr>
            <a:r>
              <a:t>Encoder  </a:t>
            </a:r>
            <a:r>
              <a:rPr lang="en-US"/>
              <a:t>      </a:t>
            </a:r>
            <a:endParaRPr lang="en-US"/>
          </a:p>
          <a:p>
            <a:pPr marL="0" indent="0" algn="ctr">
              <a:buNone/>
              <a:defRPr sz="2400"/>
            </a:pPr>
          </a:p>
          <a:p>
            <a:pPr marL="0" indent="0" algn="ctr">
              <a:buNone/>
              <a:defRPr sz="2400"/>
            </a:pPr>
            <a:r>
              <a:t>Obfuscation  </a:t>
            </a:r>
          </a:p>
          <a:p>
            <a:pPr marL="0" indent="457200" algn="ctr">
              <a:buNone/>
              <a:defRPr sz="2400"/>
            </a:pPr>
          </a:p>
          <a:p>
            <a:pPr marL="0" indent="457200" algn="ctr">
              <a:buNone/>
              <a:defRPr sz="2400"/>
            </a:pPr>
            <a:r>
              <a:t>Detect</a:t>
            </a:r>
            <a:r>
              <a:rPr lang="en-US"/>
              <a:t> </a:t>
            </a:r>
            <a:r>
              <a:t>ion </a:t>
            </a:r>
          </a:p>
          <a:p>
            <a:pPr marL="0" indent="457200" algn="ctr">
              <a:buNone/>
              <a:defRPr sz="2400"/>
            </a:pPr>
          </a:p>
          <a:p>
            <a:pPr marL="0" indent="457200" algn="ctr">
              <a:buNone/>
              <a:defRPr sz="2400"/>
            </a:pPr>
            <a:r>
              <a:t>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21735" y="2461260"/>
            <a:ext cx="2113280" cy="48387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737610" y="1600200"/>
            <a:ext cx="2113280" cy="48387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721735" y="3322320"/>
            <a:ext cx="2113280" cy="48387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721735" y="5044440"/>
            <a:ext cx="2113280" cy="48387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737610" y="4183380"/>
            <a:ext cx="2113280" cy="48387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794250" y="2084070"/>
            <a:ext cx="0" cy="276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794250" y="4667250"/>
            <a:ext cx="0" cy="276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794250" y="3806190"/>
            <a:ext cx="0" cy="276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794250" y="2945130"/>
            <a:ext cx="0" cy="2768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Base64</a:t>
            </a:r>
          </a:p>
          <a:p>
            <a:pPr>
              <a:defRPr sz="2400"/>
            </a:pPr>
            <a:r>
              <a:t>XOR</a:t>
            </a:r>
          </a:p>
          <a:p>
            <a:pPr>
              <a:defRPr sz="2400"/>
            </a:pPr>
            <a:r>
              <a:t>ROT13</a:t>
            </a:r>
          </a:p>
          <a:p>
            <a:pPr>
              <a:defRPr sz="2400"/>
            </a:pPr>
            <a:r>
              <a:rPr lang="en-US" altLang="en-US"/>
              <a:t>String Obfuscation Module</a:t>
            </a:r>
            <a:endParaRPr lang="en-US" altLang="en-US"/>
          </a:p>
          <a:p>
            <a:pPr marL="0" indent="0">
              <a:buNone/>
              <a:defRPr sz="2400"/>
            </a:pPr>
            <a:r>
              <a:rPr lang="en-US" altLang="en-US"/>
              <a:t>     - Escape Sequence Obfuscation</a:t>
            </a:r>
            <a:endParaRPr lang="en-US" altLang="en-US"/>
          </a:p>
          <a:p>
            <a:pPr marL="0" indent="0">
              <a:buNone/>
              <a:defRPr sz="2400"/>
            </a:pPr>
            <a:r>
              <a:rPr lang="en-US" altLang="en-US"/>
              <a:t>     - Reverse Transformation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Obfuscation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Character splitting</a:t>
            </a:r>
          </a:p>
          <a:p>
            <a:pPr>
              <a:defRPr sz="2400"/>
            </a:pPr>
            <a:r>
              <a:t>Random insertion</a:t>
            </a:r>
          </a:p>
          <a:p>
            <a:pPr>
              <a:defRPr sz="2400"/>
            </a:pPr>
            <a:r>
              <a:t>Escape sequences</a:t>
            </a:r>
          </a:p>
          <a:p>
            <a:pPr>
              <a:defRPr sz="2400"/>
            </a:pPr>
            <a:r>
              <a:t>Reverse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Evasion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Original → Signature Match</a:t>
            </a:r>
          </a:p>
          <a:p>
            <a:pPr>
              <a:defRPr sz="2400"/>
            </a:pPr>
            <a:r>
              <a:t>Encoded/Obfuscated → Compare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Load Payload</a:t>
            </a:r>
          </a:p>
          <a:p>
            <a:pPr>
              <a:defRPr sz="2400"/>
            </a:pPr>
            <a:r>
              <a:t>Select Method</a:t>
            </a:r>
          </a:p>
          <a:p>
            <a:pPr>
              <a:defRPr sz="2400"/>
            </a:pPr>
            <a:r>
              <a:t>Obfuscate</a:t>
            </a:r>
          </a:p>
          <a:p>
            <a:pPr>
              <a:defRPr sz="2400"/>
            </a:pPr>
            <a:r>
              <a:t>Detect</a:t>
            </a:r>
          </a:p>
          <a:p>
            <a:pPr>
              <a:defRPr sz="2400"/>
            </a:pPr>
            <a:r>
              <a:t>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Base64, ROT13, XOR</a:t>
            </a:r>
          </a:p>
          <a:p>
            <a:pPr>
              <a:defRPr sz="2400"/>
            </a:pPr>
            <a:r>
              <a:t>Keyword matching with harmless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Original: Detected</a:t>
            </a:r>
          </a:p>
          <a:p>
            <a:pPr>
              <a:defRPr sz="2400"/>
            </a:pPr>
            <a:r>
              <a:t>Encoded examples: Different representation</a:t>
            </a:r>
          </a:p>
          <a:p>
            <a:pPr>
              <a:defRPr sz="2400"/>
            </a:pPr>
            <a:r>
              <a:t>Compare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Easy to learn</a:t>
            </a:r>
          </a:p>
          <a:p>
            <a:pPr>
              <a:defRPr sz="2400"/>
            </a:pPr>
            <a:r>
              <a:t>Educational</a:t>
            </a:r>
          </a:p>
          <a:p>
            <a:pPr>
              <a:defRPr sz="2400"/>
            </a:pPr>
            <a:r>
              <a:t>Supports defensive understanding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Encoding</a:t>
            </a:r>
          </a:p>
          <a:p>
            <a:pPr>
              <a:defRPr sz="2400"/>
            </a:pPr>
            <a:r>
              <a:t>Obfuscation</a:t>
            </a:r>
          </a:p>
          <a:p>
            <a:pPr>
              <a:defRPr sz="2400"/>
            </a:pPr>
            <a:r>
              <a:t>Static detection concepts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Encoding and obfuscation transform data representations.</a:t>
            </a:r>
          </a:p>
          <a:p>
            <a:pPr>
              <a:defRPr sz="2400"/>
            </a:pPr>
            <a:r>
              <a:t>Demonstrates limitations of simple signature matching.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WPS Presentation</Application>
  <PresentationFormat>On-screen Show (4:3)</PresentationFormat>
  <Paragraphs>102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Custom Payload Encoder &amp; Obfuscation Framework</vt:lpstr>
      <vt:lpstr>Project Overview</vt:lpstr>
      <vt:lpstr>Problem Statement</vt:lpstr>
      <vt:lpstr>Objectives</vt:lpstr>
      <vt:lpstr>Tools &amp; Technologies</vt:lpstr>
      <vt:lpstr>Architecture</vt:lpstr>
      <vt:lpstr>Encoding Module</vt:lpstr>
      <vt:lpstr>Obfuscation Module</vt:lpstr>
      <vt:lpstr>Evasion Testing</vt:lpstr>
      <vt:lpstr>Workflow</vt:lpstr>
      <vt:lpstr>Practical Demo</vt:lpstr>
      <vt:lpstr>Results</vt:lpstr>
      <vt:lpstr>Advantages</vt:lpstr>
      <vt:lpstr>Learning Outcomes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Sakshi Nalawade</cp:lastModifiedBy>
  <cp:revision>4</cp:revision>
  <dcterms:created xsi:type="dcterms:W3CDTF">2013-01-27T09:14:00Z</dcterms:created>
  <dcterms:modified xsi:type="dcterms:W3CDTF">2026-07-12T15:30:33Z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2C0F4B7F65414237AA20DBB3A4E2800B_12</vt:lpwstr>
  </property>
</Properties>
</file>